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98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18FB1-39AD-47F0-AA34-BEAA872A7B3D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BEB8-B5AD-4768-93AA-26AD95D471C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695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18FB1-39AD-47F0-AA34-BEAA872A7B3D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BEB8-B5AD-4768-93AA-26AD95D471C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2285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18FB1-39AD-47F0-AA34-BEAA872A7B3D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BEB8-B5AD-4768-93AA-26AD95D471C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3583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18FB1-39AD-47F0-AA34-BEAA872A7B3D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BEB8-B5AD-4768-93AA-26AD95D471C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7645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18FB1-39AD-47F0-AA34-BEAA872A7B3D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BEB8-B5AD-4768-93AA-26AD95D471C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63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18FB1-39AD-47F0-AA34-BEAA872A7B3D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BEB8-B5AD-4768-93AA-26AD95D471C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307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18FB1-39AD-47F0-AA34-BEAA872A7B3D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BEB8-B5AD-4768-93AA-26AD95D471C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0205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18FB1-39AD-47F0-AA34-BEAA872A7B3D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BEB8-B5AD-4768-93AA-26AD95D471C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872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18FB1-39AD-47F0-AA34-BEAA872A7B3D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BEB8-B5AD-4768-93AA-26AD95D471C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7630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18FB1-39AD-47F0-AA34-BEAA872A7B3D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BEB8-B5AD-4768-93AA-26AD95D471C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362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18FB1-39AD-47F0-AA34-BEAA872A7B3D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BEB8-B5AD-4768-93AA-26AD95D471C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9062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18FB1-39AD-47F0-AA34-BEAA872A7B3D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BEB8-B5AD-4768-93AA-26AD95D471C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482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SQL 1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 smtClean="0"/>
              <a:t>שאלה 1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2129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4561" y="847504"/>
            <a:ext cx="2175586" cy="2284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00137" y="360727"/>
            <a:ext cx="101502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 smtClean="0"/>
              <a:t>סעיף א !!</a:t>
            </a:r>
            <a:endParaRPr lang="he-IL" dirty="0"/>
          </a:p>
        </p:txBody>
      </p:sp>
      <p:sp>
        <p:nvSpPr>
          <p:cNvPr id="6" name="TextBox 5"/>
          <p:cNvSpPr txBox="1"/>
          <p:nvPr/>
        </p:nvSpPr>
        <p:spPr>
          <a:xfrm>
            <a:off x="8235040" y="360727"/>
            <a:ext cx="120257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 smtClean="0"/>
              <a:t>סעיף ב???</a:t>
            </a:r>
            <a:endParaRPr lang="he-IL" dirty="0"/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015" y="1010369"/>
            <a:ext cx="2409431" cy="19586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68679" y="360727"/>
            <a:ext cx="78419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 smtClean="0"/>
              <a:t>סעיף ג</a:t>
            </a:r>
            <a:endParaRPr lang="he-IL" dirty="0"/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440" y="1010369"/>
            <a:ext cx="2116429" cy="19627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03720" y="654341"/>
            <a:ext cx="1067986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 smtClean="0"/>
              <a:t>סעיף ד </a:t>
            </a:r>
            <a:r>
              <a:rPr lang="he-IL" dirty="0" smtClean="0">
                <a:sym typeface="Wingdings" panose="05000000000000000000" pitchFamily="2" charset="2"/>
              </a:rPr>
              <a:t></a:t>
            </a:r>
            <a:endParaRPr lang="he-IL" dirty="0" smtClean="0"/>
          </a:p>
          <a:p>
            <a:endParaRPr lang="he-IL" dirty="0"/>
          </a:p>
        </p:txBody>
      </p:sp>
      <p:pic>
        <p:nvPicPr>
          <p:cNvPr id="11" name="תמונה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846" y="1010369"/>
            <a:ext cx="2454034" cy="20764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62054" y="3884103"/>
            <a:ext cx="80502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 smtClean="0"/>
              <a:t>סעיף </a:t>
            </a:r>
            <a:r>
              <a:rPr lang="en-US" dirty="0" smtClean="0"/>
              <a:t>E</a:t>
            </a:r>
            <a:endParaRPr lang="he-IL" dirty="0"/>
          </a:p>
        </p:txBody>
      </p:sp>
      <p:pic>
        <p:nvPicPr>
          <p:cNvPr id="13" name="תמונה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5838" y="4253435"/>
            <a:ext cx="7638403" cy="243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0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51496" y="662730"/>
            <a:ext cx="171232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 smtClean="0"/>
              <a:t>תודה שצפיתם </a:t>
            </a:r>
            <a:r>
              <a:rPr lang="he-IL" dirty="0" smtClean="0">
                <a:sym typeface="Wingdings" panose="05000000000000000000" pitchFamily="2" charset="2"/>
              </a:rPr>
              <a:t></a:t>
            </a:r>
            <a:endParaRPr lang="he-IL" dirty="0"/>
          </a:p>
        </p:txBody>
      </p:sp>
      <p:pic>
        <p:nvPicPr>
          <p:cNvPr id="1026" name="Picture 2" descr="שלושים ומשהו-משהו: לברון ג'יימס פורח בגיל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230" y="1734118"/>
            <a:ext cx="561975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999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</Words>
  <Application>Microsoft Office PowerPoint</Application>
  <PresentationFormat>מסך רחב</PresentationFormat>
  <Paragraphs>8</Paragraphs>
  <Slides>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Wingdings</vt:lpstr>
      <vt:lpstr>ערכת נושא Office</vt:lpstr>
      <vt:lpstr>SQL 1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1</dc:title>
  <dc:creator>User</dc:creator>
  <cp:lastModifiedBy>User</cp:lastModifiedBy>
  <cp:revision>1</cp:revision>
  <dcterms:created xsi:type="dcterms:W3CDTF">2026-03-15T16:09:04Z</dcterms:created>
  <dcterms:modified xsi:type="dcterms:W3CDTF">2026-03-15T16:14:47Z</dcterms:modified>
</cp:coreProperties>
</file>